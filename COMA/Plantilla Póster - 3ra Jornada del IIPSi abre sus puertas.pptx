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42804000" cx="30276000"/>
  <p:notesSz cx="6858000" cy="9144000"/>
  <p:embeddedFontLst>
    <p:embeddedFont>
      <p:font typeface="Montserrat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3482">
          <p15:clr>
            <a:srgbClr val="747775"/>
          </p15:clr>
        </p15:guide>
        <p15:guide id="2" pos="953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3482" orient="horz"/>
        <p:guide pos="953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Montserrat-boldItalic.fntdata"/><Relationship Id="rId9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Montserrat-regular.fntdata"/><Relationship Id="rId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6627" y="685800"/>
            <a:ext cx="2425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216627" y="685800"/>
            <a:ext cx="2425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032074" y="6196323"/>
            <a:ext cx="28212000" cy="17081700"/>
          </a:xfrm>
          <a:prstGeom prst="rect">
            <a:avLst/>
          </a:prstGeom>
        </p:spPr>
        <p:txBody>
          <a:bodyPr anchorCtr="0" anchor="b" bIns="455425" lIns="455425" spcFirstLastPara="1" rIns="455425" wrap="square" tIns="455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903"/>
              <a:buNone/>
              <a:defRPr sz="25903"/>
            </a:lvl1pPr>
            <a:lvl2pPr lvl="1" algn="ctr">
              <a:spcBef>
                <a:spcPts val="0"/>
              </a:spcBef>
              <a:spcAft>
                <a:spcPts val="0"/>
              </a:spcAft>
              <a:buSzPts val="25903"/>
              <a:buNone/>
              <a:defRPr sz="25903"/>
            </a:lvl2pPr>
            <a:lvl3pPr lvl="2" algn="ctr">
              <a:spcBef>
                <a:spcPts val="0"/>
              </a:spcBef>
              <a:spcAft>
                <a:spcPts val="0"/>
              </a:spcAft>
              <a:buSzPts val="25903"/>
              <a:buNone/>
              <a:defRPr sz="25903"/>
            </a:lvl3pPr>
            <a:lvl4pPr lvl="3" algn="ctr">
              <a:spcBef>
                <a:spcPts val="0"/>
              </a:spcBef>
              <a:spcAft>
                <a:spcPts val="0"/>
              </a:spcAft>
              <a:buSzPts val="25903"/>
              <a:buNone/>
              <a:defRPr sz="25903"/>
            </a:lvl4pPr>
            <a:lvl5pPr lvl="4" algn="ctr">
              <a:spcBef>
                <a:spcPts val="0"/>
              </a:spcBef>
              <a:spcAft>
                <a:spcPts val="0"/>
              </a:spcAft>
              <a:buSzPts val="25903"/>
              <a:buNone/>
              <a:defRPr sz="25903"/>
            </a:lvl5pPr>
            <a:lvl6pPr lvl="5" algn="ctr">
              <a:spcBef>
                <a:spcPts val="0"/>
              </a:spcBef>
              <a:spcAft>
                <a:spcPts val="0"/>
              </a:spcAft>
              <a:buSzPts val="25903"/>
              <a:buNone/>
              <a:defRPr sz="25903"/>
            </a:lvl6pPr>
            <a:lvl7pPr lvl="6" algn="ctr">
              <a:spcBef>
                <a:spcPts val="0"/>
              </a:spcBef>
              <a:spcAft>
                <a:spcPts val="0"/>
              </a:spcAft>
              <a:buSzPts val="25903"/>
              <a:buNone/>
              <a:defRPr sz="25903"/>
            </a:lvl7pPr>
            <a:lvl8pPr lvl="7" algn="ctr">
              <a:spcBef>
                <a:spcPts val="0"/>
              </a:spcBef>
              <a:spcAft>
                <a:spcPts val="0"/>
              </a:spcAft>
              <a:buSzPts val="25903"/>
              <a:buNone/>
              <a:defRPr sz="25903"/>
            </a:lvl8pPr>
            <a:lvl9pPr lvl="8" algn="ctr">
              <a:spcBef>
                <a:spcPts val="0"/>
              </a:spcBef>
              <a:spcAft>
                <a:spcPts val="0"/>
              </a:spcAft>
              <a:buSzPts val="25903"/>
              <a:buNone/>
              <a:defRPr sz="25903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032046" y="23585474"/>
            <a:ext cx="28212000" cy="6596100"/>
          </a:xfrm>
          <a:prstGeom prst="rect">
            <a:avLst/>
          </a:prstGeom>
        </p:spPr>
        <p:txBody>
          <a:bodyPr anchorCtr="0" anchor="t" bIns="455425" lIns="455425" spcFirstLastPara="1" rIns="455425" wrap="square" tIns="455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55425" lIns="455425" spcFirstLastPara="1" rIns="455425" wrap="square" tIns="455425">
            <a:normAutofit/>
          </a:bodyPr>
          <a:lstStyle>
            <a:lvl1pPr lvl="0">
              <a:buNone/>
              <a:defRPr sz="4981"/>
            </a:lvl1pPr>
            <a:lvl2pPr lvl="1">
              <a:buNone/>
              <a:defRPr sz="4981"/>
            </a:lvl2pPr>
            <a:lvl3pPr lvl="2">
              <a:buNone/>
              <a:defRPr sz="4981"/>
            </a:lvl3pPr>
            <a:lvl4pPr lvl="3">
              <a:buNone/>
              <a:defRPr sz="4981"/>
            </a:lvl4pPr>
            <a:lvl5pPr lvl="4">
              <a:buNone/>
              <a:defRPr sz="4981"/>
            </a:lvl5pPr>
            <a:lvl6pPr lvl="5">
              <a:buNone/>
              <a:defRPr sz="4981"/>
            </a:lvl6pPr>
            <a:lvl7pPr lvl="6">
              <a:buNone/>
              <a:defRPr sz="4981"/>
            </a:lvl7pPr>
            <a:lvl8pPr lvl="7">
              <a:buNone/>
              <a:defRPr sz="4981"/>
            </a:lvl8pPr>
            <a:lvl9pPr lvl="8">
              <a:buNone/>
              <a:defRPr sz="498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032046" y="17899287"/>
            <a:ext cx="28212000" cy="7005300"/>
          </a:xfrm>
          <a:prstGeom prst="rect">
            <a:avLst/>
          </a:prstGeom>
        </p:spPr>
        <p:txBody>
          <a:bodyPr anchorCtr="0" anchor="ctr" bIns="455425" lIns="455425" spcFirstLastPara="1" rIns="455425" wrap="square" tIns="455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933"/>
              <a:buNone/>
              <a:defRPr sz="17933"/>
            </a:lvl1pPr>
            <a:lvl2pPr lvl="1" algn="ctr">
              <a:spcBef>
                <a:spcPts val="0"/>
              </a:spcBef>
              <a:spcAft>
                <a:spcPts val="0"/>
              </a:spcAft>
              <a:buSzPts val="17933"/>
              <a:buNone/>
              <a:defRPr sz="17933"/>
            </a:lvl2pPr>
            <a:lvl3pPr lvl="2" algn="ctr">
              <a:spcBef>
                <a:spcPts val="0"/>
              </a:spcBef>
              <a:spcAft>
                <a:spcPts val="0"/>
              </a:spcAft>
              <a:buSzPts val="17933"/>
              <a:buNone/>
              <a:defRPr sz="17933"/>
            </a:lvl3pPr>
            <a:lvl4pPr lvl="3" algn="ctr">
              <a:spcBef>
                <a:spcPts val="0"/>
              </a:spcBef>
              <a:spcAft>
                <a:spcPts val="0"/>
              </a:spcAft>
              <a:buSzPts val="17933"/>
              <a:buNone/>
              <a:defRPr sz="17933"/>
            </a:lvl4pPr>
            <a:lvl5pPr lvl="4" algn="ctr">
              <a:spcBef>
                <a:spcPts val="0"/>
              </a:spcBef>
              <a:spcAft>
                <a:spcPts val="0"/>
              </a:spcAft>
              <a:buSzPts val="17933"/>
              <a:buNone/>
              <a:defRPr sz="17933"/>
            </a:lvl5pPr>
            <a:lvl6pPr lvl="5" algn="ctr">
              <a:spcBef>
                <a:spcPts val="0"/>
              </a:spcBef>
              <a:spcAft>
                <a:spcPts val="0"/>
              </a:spcAft>
              <a:buSzPts val="17933"/>
              <a:buNone/>
              <a:defRPr sz="17933"/>
            </a:lvl6pPr>
            <a:lvl7pPr lvl="6" algn="ctr">
              <a:spcBef>
                <a:spcPts val="0"/>
              </a:spcBef>
              <a:spcAft>
                <a:spcPts val="0"/>
              </a:spcAft>
              <a:buSzPts val="17933"/>
              <a:buNone/>
              <a:defRPr sz="17933"/>
            </a:lvl7pPr>
            <a:lvl8pPr lvl="7" algn="ctr">
              <a:spcBef>
                <a:spcPts val="0"/>
              </a:spcBef>
              <a:spcAft>
                <a:spcPts val="0"/>
              </a:spcAft>
              <a:buSzPts val="17933"/>
              <a:buNone/>
              <a:defRPr sz="17933"/>
            </a:lvl8pPr>
            <a:lvl9pPr lvl="8" algn="ctr">
              <a:spcBef>
                <a:spcPts val="0"/>
              </a:spcBef>
              <a:spcAft>
                <a:spcPts val="0"/>
              </a:spcAft>
              <a:buSzPts val="17933"/>
              <a:buNone/>
              <a:defRPr sz="17933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55425" lIns="455425" spcFirstLastPara="1" rIns="455425" wrap="square" tIns="455425">
            <a:normAutofit/>
          </a:bodyPr>
          <a:lstStyle>
            <a:lvl1pPr lvl="0">
              <a:buNone/>
              <a:defRPr sz="4981"/>
            </a:lvl1pPr>
            <a:lvl2pPr lvl="1">
              <a:buNone/>
              <a:defRPr sz="4981"/>
            </a:lvl2pPr>
            <a:lvl3pPr lvl="2">
              <a:buNone/>
              <a:defRPr sz="4981"/>
            </a:lvl3pPr>
            <a:lvl4pPr lvl="3">
              <a:buNone/>
              <a:defRPr sz="4981"/>
            </a:lvl4pPr>
            <a:lvl5pPr lvl="4">
              <a:buNone/>
              <a:defRPr sz="4981"/>
            </a:lvl5pPr>
            <a:lvl6pPr lvl="5">
              <a:buNone/>
              <a:defRPr sz="4981"/>
            </a:lvl6pPr>
            <a:lvl7pPr lvl="6">
              <a:buNone/>
              <a:defRPr sz="4981"/>
            </a:lvl7pPr>
            <a:lvl8pPr lvl="7">
              <a:buNone/>
              <a:defRPr sz="4981"/>
            </a:lvl8pPr>
            <a:lvl9pPr lvl="8">
              <a:buNone/>
              <a:defRPr sz="498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032046" y="3703480"/>
            <a:ext cx="28212000" cy="4766100"/>
          </a:xfrm>
          <a:prstGeom prst="rect">
            <a:avLst/>
          </a:prstGeom>
        </p:spPr>
        <p:txBody>
          <a:bodyPr anchorCtr="0" anchor="t" bIns="455425" lIns="455425" spcFirstLastPara="1" rIns="455425" wrap="square" tIns="455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1pPr>
            <a:lvl2pPr lvl="1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2pPr>
            <a:lvl3pPr lvl="2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3pPr>
            <a:lvl4pPr lvl="3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4pPr>
            <a:lvl5pPr lvl="4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5pPr>
            <a:lvl6pPr lvl="5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6pPr>
            <a:lvl7pPr lvl="6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7pPr>
            <a:lvl8pPr lvl="7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8pPr>
            <a:lvl9pPr lvl="8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032046" y="9590851"/>
            <a:ext cx="28212000" cy="28431000"/>
          </a:xfrm>
          <a:prstGeom prst="rect">
            <a:avLst/>
          </a:prstGeom>
        </p:spPr>
        <p:txBody>
          <a:bodyPr anchorCtr="0" anchor="t" bIns="455425" lIns="455425" spcFirstLastPara="1" rIns="455425" wrap="square" tIns="455425">
            <a:normAutofit/>
          </a:bodyPr>
          <a:lstStyle>
            <a:lvl1pPr indent="-797966" lvl="0" marL="457200">
              <a:spcBef>
                <a:spcPts val="0"/>
              </a:spcBef>
              <a:spcAft>
                <a:spcPts val="0"/>
              </a:spcAft>
              <a:buSzPts val="8966"/>
              <a:buChar char="●"/>
              <a:defRPr sz="8966"/>
            </a:lvl1pPr>
            <a:lvl2pPr indent="-671441" lvl="1" marL="914400">
              <a:spcBef>
                <a:spcPts val="0"/>
              </a:spcBef>
              <a:spcAft>
                <a:spcPts val="0"/>
              </a:spcAft>
              <a:buSzPts val="6974"/>
              <a:buChar char="○"/>
              <a:defRPr sz="6974"/>
            </a:lvl2pPr>
            <a:lvl3pPr indent="-671441" lvl="2" marL="1371600">
              <a:spcBef>
                <a:spcPts val="0"/>
              </a:spcBef>
              <a:spcAft>
                <a:spcPts val="0"/>
              </a:spcAft>
              <a:buSzPts val="6974"/>
              <a:buChar char="■"/>
              <a:defRPr sz="6974"/>
            </a:lvl3pPr>
            <a:lvl4pPr indent="-671441" lvl="3" marL="1828800">
              <a:spcBef>
                <a:spcPts val="0"/>
              </a:spcBef>
              <a:spcAft>
                <a:spcPts val="0"/>
              </a:spcAft>
              <a:buSzPts val="6974"/>
              <a:buChar char="●"/>
              <a:defRPr sz="6974"/>
            </a:lvl4pPr>
            <a:lvl5pPr indent="-671441" lvl="4" marL="2286000">
              <a:spcBef>
                <a:spcPts val="0"/>
              </a:spcBef>
              <a:spcAft>
                <a:spcPts val="0"/>
              </a:spcAft>
              <a:buSzPts val="6974"/>
              <a:buChar char="○"/>
              <a:defRPr sz="6974"/>
            </a:lvl5pPr>
            <a:lvl6pPr indent="-671441" lvl="5" marL="2743200">
              <a:spcBef>
                <a:spcPts val="0"/>
              </a:spcBef>
              <a:spcAft>
                <a:spcPts val="0"/>
              </a:spcAft>
              <a:buSzPts val="6974"/>
              <a:buChar char="■"/>
              <a:defRPr sz="6974"/>
            </a:lvl6pPr>
            <a:lvl7pPr indent="-671441" lvl="6" marL="3200400">
              <a:spcBef>
                <a:spcPts val="0"/>
              </a:spcBef>
              <a:spcAft>
                <a:spcPts val="0"/>
              </a:spcAft>
              <a:buSzPts val="6974"/>
              <a:buChar char="●"/>
              <a:defRPr sz="6974"/>
            </a:lvl7pPr>
            <a:lvl8pPr indent="-671441" lvl="7" marL="3657600">
              <a:spcBef>
                <a:spcPts val="0"/>
              </a:spcBef>
              <a:spcAft>
                <a:spcPts val="0"/>
              </a:spcAft>
              <a:buSzPts val="6974"/>
              <a:buChar char="○"/>
              <a:defRPr sz="6974"/>
            </a:lvl8pPr>
            <a:lvl9pPr indent="-671441" lvl="8" marL="4114800">
              <a:spcBef>
                <a:spcPts val="0"/>
              </a:spcBef>
              <a:spcAft>
                <a:spcPts val="0"/>
              </a:spcAft>
              <a:buSzPts val="6974"/>
              <a:buChar char="■"/>
              <a:defRPr sz="6974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55425" lIns="455425" spcFirstLastPara="1" rIns="455425" wrap="square" tIns="455425">
            <a:normAutofit/>
          </a:bodyPr>
          <a:lstStyle>
            <a:lvl1pPr lvl="0">
              <a:buNone/>
              <a:defRPr sz="4981"/>
            </a:lvl1pPr>
            <a:lvl2pPr lvl="1">
              <a:buNone/>
              <a:defRPr sz="4981"/>
            </a:lvl2pPr>
            <a:lvl3pPr lvl="2">
              <a:buNone/>
              <a:defRPr sz="4981"/>
            </a:lvl3pPr>
            <a:lvl4pPr lvl="3">
              <a:buNone/>
              <a:defRPr sz="4981"/>
            </a:lvl4pPr>
            <a:lvl5pPr lvl="4">
              <a:buNone/>
              <a:defRPr sz="4981"/>
            </a:lvl5pPr>
            <a:lvl6pPr lvl="5">
              <a:buNone/>
              <a:defRPr sz="4981"/>
            </a:lvl6pPr>
            <a:lvl7pPr lvl="6">
              <a:buNone/>
              <a:defRPr sz="4981"/>
            </a:lvl7pPr>
            <a:lvl8pPr lvl="7">
              <a:buNone/>
              <a:defRPr sz="4981"/>
            </a:lvl8pPr>
            <a:lvl9pPr lvl="8">
              <a:buNone/>
              <a:defRPr sz="498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032046" y="3703480"/>
            <a:ext cx="28212000" cy="4766100"/>
          </a:xfrm>
          <a:prstGeom prst="rect">
            <a:avLst/>
          </a:prstGeom>
        </p:spPr>
        <p:txBody>
          <a:bodyPr anchorCtr="0" anchor="t" bIns="455425" lIns="455425" spcFirstLastPara="1" rIns="455425" wrap="square" tIns="455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1pPr>
            <a:lvl2pPr lvl="1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2pPr>
            <a:lvl3pPr lvl="2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3pPr>
            <a:lvl4pPr lvl="3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4pPr>
            <a:lvl5pPr lvl="4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5pPr>
            <a:lvl6pPr lvl="5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6pPr>
            <a:lvl7pPr lvl="6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7pPr>
            <a:lvl8pPr lvl="7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8pPr>
            <a:lvl9pPr lvl="8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032046" y="9590851"/>
            <a:ext cx="13243800" cy="28431000"/>
          </a:xfrm>
          <a:prstGeom prst="rect">
            <a:avLst/>
          </a:prstGeom>
        </p:spPr>
        <p:txBody>
          <a:bodyPr anchorCtr="0" anchor="t" bIns="455425" lIns="455425" spcFirstLastPara="1" rIns="455425" wrap="square" tIns="455425">
            <a:normAutofit/>
          </a:bodyPr>
          <a:lstStyle>
            <a:lvl1pPr indent="-671441" lvl="0" marL="457200">
              <a:spcBef>
                <a:spcPts val="0"/>
              </a:spcBef>
              <a:spcAft>
                <a:spcPts val="0"/>
              </a:spcAft>
              <a:buSzPts val="6974"/>
              <a:buChar char="●"/>
              <a:defRPr sz="6974"/>
            </a:lvl1pPr>
            <a:lvl2pPr indent="-608178" lvl="1" marL="914400">
              <a:spcBef>
                <a:spcPts val="0"/>
              </a:spcBef>
              <a:spcAft>
                <a:spcPts val="0"/>
              </a:spcAft>
              <a:buSzPts val="5978"/>
              <a:buChar char="○"/>
              <a:defRPr sz="5978"/>
            </a:lvl2pPr>
            <a:lvl3pPr indent="-608178" lvl="2" marL="1371600">
              <a:spcBef>
                <a:spcPts val="0"/>
              </a:spcBef>
              <a:spcAft>
                <a:spcPts val="0"/>
              </a:spcAft>
              <a:buSzPts val="5978"/>
              <a:buChar char="■"/>
              <a:defRPr sz="5978"/>
            </a:lvl3pPr>
            <a:lvl4pPr indent="-608178" lvl="3" marL="1828800">
              <a:spcBef>
                <a:spcPts val="0"/>
              </a:spcBef>
              <a:spcAft>
                <a:spcPts val="0"/>
              </a:spcAft>
              <a:buSzPts val="5978"/>
              <a:buChar char="●"/>
              <a:defRPr sz="5978"/>
            </a:lvl4pPr>
            <a:lvl5pPr indent="-608178" lvl="4" marL="2286000">
              <a:spcBef>
                <a:spcPts val="0"/>
              </a:spcBef>
              <a:spcAft>
                <a:spcPts val="0"/>
              </a:spcAft>
              <a:buSzPts val="5978"/>
              <a:buChar char="○"/>
              <a:defRPr sz="5978"/>
            </a:lvl5pPr>
            <a:lvl6pPr indent="-608178" lvl="5" marL="2743200">
              <a:spcBef>
                <a:spcPts val="0"/>
              </a:spcBef>
              <a:spcAft>
                <a:spcPts val="0"/>
              </a:spcAft>
              <a:buSzPts val="5978"/>
              <a:buChar char="■"/>
              <a:defRPr sz="5978"/>
            </a:lvl6pPr>
            <a:lvl7pPr indent="-608178" lvl="6" marL="3200400">
              <a:spcBef>
                <a:spcPts val="0"/>
              </a:spcBef>
              <a:spcAft>
                <a:spcPts val="0"/>
              </a:spcAft>
              <a:buSzPts val="5978"/>
              <a:buChar char="●"/>
              <a:defRPr sz="5978"/>
            </a:lvl7pPr>
            <a:lvl8pPr indent="-608178" lvl="7" marL="3657600">
              <a:spcBef>
                <a:spcPts val="0"/>
              </a:spcBef>
              <a:spcAft>
                <a:spcPts val="0"/>
              </a:spcAft>
              <a:buSzPts val="5978"/>
              <a:buChar char="○"/>
              <a:defRPr sz="5978"/>
            </a:lvl8pPr>
            <a:lvl9pPr indent="-608178" lvl="8" marL="4114800">
              <a:spcBef>
                <a:spcPts val="0"/>
              </a:spcBef>
              <a:spcAft>
                <a:spcPts val="0"/>
              </a:spcAft>
              <a:buSzPts val="5978"/>
              <a:buChar char="■"/>
              <a:defRPr sz="5978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16000191" y="9590851"/>
            <a:ext cx="13243800" cy="28431000"/>
          </a:xfrm>
          <a:prstGeom prst="rect">
            <a:avLst/>
          </a:prstGeom>
        </p:spPr>
        <p:txBody>
          <a:bodyPr anchorCtr="0" anchor="t" bIns="455425" lIns="455425" spcFirstLastPara="1" rIns="455425" wrap="square" tIns="455425">
            <a:normAutofit/>
          </a:bodyPr>
          <a:lstStyle>
            <a:lvl1pPr indent="-671441" lvl="0" marL="457200">
              <a:spcBef>
                <a:spcPts val="0"/>
              </a:spcBef>
              <a:spcAft>
                <a:spcPts val="0"/>
              </a:spcAft>
              <a:buSzPts val="6974"/>
              <a:buChar char="●"/>
              <a:defRPr sz="6974"/>
            </a:lvl1pPr>
            <a:lvl2pPr indent="-608178" lvl="1" marL="914400">
              <a:spcBef>
                <a:spcPts val="0"/>
              </a:spcBef>
              <a:spcAft>
                <a:spcPts val="0"/>
              </a:spcAft>
              <a:buSzPts val="5978"/>
              <a:buChar char="○"/>
              <a:defRPr sz="5978"/>
            </a:lvl2pPr>
            <a:lvl3pPr indent="-608178" lvl="2" marL="1371600">
              <a:spcBef>
                <a:spcPts val="0"/>
              </a:spcBef>
              <a:spcAft>
                <a:spcPts val="0"/>
              </a:spcAft>
              <a:buSzPts val="5978"/>
              <a:buChar char="■"/>
              <a:defRPr sz="5978"/>
            </a:lvl3pPr>
            <a:lvl4pPr indent="-608178" lvl="3" marL="1828800">
              <a:spcBef>
                <a:spcPts val="0"/>
              </a:spcBef>
              <a:spcAft>
                <a:spcPts val="0"/>
              </a:spcAft>
              <a:buSzPts val="5978"/>
              <a:buChar char="●"/>
              <a:defRPr sz="5978"/>
            </a:lvl4pPr>
            <a:lvl5pPr indent="-608178" lvl="4" marL="2286000">
              <a:spcBef>
                <a:spcPts val="0"/>
              </a:spcBef>
              <a:spcAft>
                <a:spcPts val="0"/>
              </a:spcAft>
              <a:buSzPts val="5978"/>
              <a:buChar char="○"/>
              <a:defRPr sz="5978"/>
            </a:lvl5pPr>
            <a:lvl6pPr indent="-608178" lvl="5" marL="2743200">
              <a:spcBef>
                <a:spcPts val="0"/>
              </a:spcBef>
              <a:spcAft>
                <a:spcPts val="0"/>
              </a:spcAft>
              <a:buSzPts val="5978"/>
              <a:buChar char="■"/>
              <a:defRPr sz="5978"/>
            </a:lvl6pPr>
            <a:lvl7pPr indent="-608178" lvl="6" marL="3200400">
              <a:spcBef>
                <a:spcPts val="0"/>
              </a:spcBef>
              <a:spcAft>
                <a:spcPts val="0"/>
              </a:spcAft>
              <a:buSzPts val="5978"/>
              <a:buChar char="●"/>
              <a:defRPr sz="5978"/>
            </a:lvl7pPr>
            <a:lvl8pPr indent="-608178" lvl="7" marL="3657600">
              <a:spcBef>
                <a:spcPts val="0"/>
              </a:spcBef>
              <a:spcAft>
                <a:spcPts val="0"/>
              </a:spcAft>
              <a:buSzPts val="5978"/>
              <a:buChar char="○"/>
              <a:defRPr sz="5978"/>
            </a:lvl8pPr>
            <a:lvl9pPr indent="-608178" lvl="8" marL="4114800">
              <a:spcBef>
                <a:spcPts val="0"/>
              </a:spcBef>
              <a:spcAft>
                <a:spcPts val="0"/>
              </a:spcAft>
              <a:buSzPts val="5978"/>
              <a:buChar char="■"/>
              <a:defRPr sz="5978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55425" lIns="455425" spcFirstLastPara="1" rIns="455425" wrap="square" tIns="455425">
            <a:normAutofit/>
          </a:bodyPr>
          <a:lstStyle>
            <a:lvl1pPr lvl="0">
              <a:buNone/>
              <a:defRPr sz="4981"/>
            </a:lvl1pPr>
            <a:lvl2pPr lvl="1">
              <a:buNone/>
              <a:defRPr sz="4981"/>
            </a:lvl2pPr>
            <a:lvl3pPr lvl="2">
              <a:buNone/>
              <a:defRPr sz="4981"/>
            </a:lvl3pPr>
            <a:lvl4pPr lvl="3">
              <a:buNone/>
              <a:defRPr sz="4981"/>
            </a:lvl4pPr>
            <a:lvl5pPr lvl="4">
              <a:buNone/>
              <a:defRPr sz="4981"/>
            </a:lvl5pPr>
            <a:lvl6pPr lvl="5">
              <a:buNone/>
              <a:defRPr sz="4981"/>
            </a:lvl6pPr>
            <a:lvl7pPr lvl="6">
              <a:buNone/>
              <a:defRPr sz="4981"/>
            </a:lvl7pPr>
            <a:lvl8pPr lvl="7">
              <a:buNone/>
              <a:defRPr sz="4981"/>
            </a:lvl8pPr>
            <a:lvl9pPr lvl="8">
              <a:buNone/>
              <a:defRPr sz="498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032046" y="3703480"/>
            <a:ext cx="28212000" cy="4766100"/>
          </a:xfrm>
          <a:prstGeom prst="rect">
            <a:avLst/>
          </a:prstGeom>
        </p:spPr>
        <p:txBody>
          <a:bodyPr anchorCtr="0" anchor="t" bIns="455425" lIns="455425" spcFirstLastPara="1" rIns="455425" wrap="square" tIns="455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1pPr>
            <a:lvl2pPr lvl="1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2pPr>
            <a:lvl3pPr lvl="2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3pPr>
            <a:lvl4pPr lvl="3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4pPr>
            <a:lvl5pPr lvl="4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5pPr>
            <a:lvl6pPr lvl="5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6pPr>
            <a:lvl7pPr lvl="6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7pPr>
            <a:lvl8pPr lvl="7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8pPr>
            <a:lvl9pPr lvl="8">
              <a:spcBef>
                <a:spcPts val="0"/>
              </a:spcBef>
              <a:spcAft>
                <a:spcPts val="0"/>
              </a:spcAft>
              <a:buSzPts val="13948"/>
              <a:buNone/>
              <a:defRPr sz="13948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55425" lIns="455425" spcFirstLastPara="1" rIns="455425" wrap="square" tIns="455425">
            <a:normAutofit/>
          </a:bodyPr>
          <a:lstStyle>
            <a:lvl1pPr lvl="0">
              <a:buNone/>
              <a:defRPr sz="4981"/>
            </a:lvl1pPr>
            <a:lvl2pPr lvl="1">
              <a:buNone/>
              <a:defRPr sz="4981"/>
            </a:lvl2pPr>
            <a:lvl3pPr lvl="2">
              <a:buNone/>
              <a:defRPr sz="4981"/>
            </a:lvl3pPr>
            <a:lvl4pPr lvl="3">
              <a:buNone/>
              <a:defRPr sz="4981"/>
            </a:lvl4pPr>
            <a:lvl5pPr lvl="4">
              <a:buNone/>
              <a:defRPr sz="4981"/>
            </a:lvl5pPr>
            <a:lvl6pPr lvl="5">
              <a:buNone/>
              <a:defRPr sz="4981"/>
            </a:lvl6pPr>
            <a:lvl7pPr lvl="6">
              <a:buNone/>
              <a:defRPr sz="4981"/>
            </a:lvl7pPr>
            <a:lvl8pPr lvl="7">
              <a:buNone/>
              <a:defRPr sz="4981"/>
            </a:lvl8pPr>
            <a:lvl9pPr lvl="8">
              <a:buNone/>
              <a:defRPr sz="498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032046" y="4623681"/>
            <a:ext cx="9297300" cy="6288900"/>
          </a:xfrm>
          <a:prstGeom prst="rect">
            <a:avLst/>
          </a:prstGeom>
        </p:spPr>
        <p:txBody>
          <a:bodyPr anchorCtr="0" anchor="b" bIns="455425" lIns="455425" spcFirstLastPara="1" rIns="455425" wrap="square" tIns="455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955"/>
              <a:buNone/>
              <a:defRPr sz="11955"/>
            </a:lvl1pPr>
            <a:lvl2pPr lvl="1">
              <a:spcBef>
                <a:spcPts val="0"/>
              </a:spcBef>
              <a:spcAft>
                <a:spcPts val="0"/>
              </a:spcAft>
              <a:buSzPts val="11955"/>
              <a:buNone/>
              <a:defRPr sz="11955"/>
            </a:lvl2pPr>
            <a:lvl3pPr lvl="2">
              <a:spcBef>
                <a:spcPts val="0"/>
              </a:spcBef>
              <a:spcAft>
                <a:spcPts val="0"/>
              </a:spcAft>
              <a:buSzPts val="11955"/>
              <a:buNone/>
              <a:defRPr sz="11955"/>
            </a:lvl3pPr>
            <a:lvl4pPr lvl="3">
              <a:spcBef>
                <a:spcPts val="0"/>
              </a:spcBef>
              <a:spcAft>
                <a:spcPts val="0"/>
              </a:spcAft>
              <a:buSzPts val="11955"/>
              <a:buNone/>
              <a:defRPr sz="11955"/>
            </a:lvl4pPr>
            <a:lvl5pPr lvl="4">
              <a:spcBef>
                <a:spcPts val="0"/>
              </a:spcBef>
              <a:spcAft>
                <a:spcPts val="0"/>
              </a:spcAft>
              <a:buSzPts val="11955"/>
              <a:buNone/>
              <a:defRPr sz="11955"/>
            </a:lvl5pPr>
            <a:lvl6pPr lvl="5">
              <a:spcBef>
                <a:spcPts val="0"/>
              </a:spcBef>
              <a:spcAft>
                <a:spcPts val="0"/>
              </a:spcAft>
              <a:buSzPts val="11955"/>
              <a:buNone/>
              <a:defRPr sz="11955"/>
            </a:lvl6pPr>
            <a:lvl7pPr lvl="6">
              <a:spcBef>
                <a:spcPts val="0"/>
              </a:spcBef>
              <a:spcAft>
                <a:spcPts val="0"/>
              </a:spcAft>
              <a:buSzPts val="11955"/>
              <a:buNone/>
              <a:defRPr sz="11955"/>
            </a:lvl7pPr>
            <a:lvl8pPr lvl="7">
              <a:spcBef>
                <a:spcPts val="0"/>
              </a:spcBef>
              <a:spcAft>
                <a:spcPts val="0"/>
              </a:spcAft>
              <a:buSzPts val="11955"/>
              <a:buNone/>
              <a:defRPr sz="11955"/>
            </a:lvl8pPr>
            <a:lvl9pPr lvl="8">
              <a:spcBef>
                <a:spcPts val="0"/>
              </a:spcBef>
              <a:spcAft>
                <a:spcPts val="0"/>
              </a:spcAft>
              <a:buSzPts val="11955"/>
              <a:buNone/>
              <a:defRPr sz="11955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032046" y="11564195"/>
            <a:ext cx="9297300" cy="26458800"/>
          </a:xfrm>
          <a:prstGeom prst="rect">
            <a:avLst/>
          </a:prstGeom>
        </p:spPr>
        <p:txBody>
          <a:bodyPr anchorCtr="0" anchor="t" bIns="455425" lIns="455425" spcFirstLastPara="1" rIns="455425" wrap="square" tIns="455425">
            <a:normAutofit/>
          </a:bodyPr>
          <a:lstStyle>
            <a:lvl1pPr indent="-608178" lvl="0" marL="457200">
              <a:spcBef>
                <a:spcPts val="0"/>
              </a:spcBef>
              <a:spcAft>
                <a:spcPts val="0"/>
              </a:spcAft>
              <a:buSzPts val="5978"/>
              <a:buChar char="●"/>
              <a:defRPr sz="5978"/>
            </a:lvl1pPr>
            <a:lvl2pPr indent="-608178" lvl="1" marL="914400">
              <a:spcBef>
                <a:spcPts val="0"/>
              </a:spcBef>
              <a:spcAft>
                <a:spcPts val="0"/>
              </a:spcAft>
              <a:buSzPts val="5978"/>
              <a:buChar char="○"/>
              <a:defRPr sz="5978"/>
            </a:lvl2pPr>
            <a:lvl3pPr indent="-608178" lvl="2" marL="1371600">
              <a:spcBef>
                <a:spcPts val="0"/>
              </a:spcBef>
              <a:spcAft>
                <a:spcPts val="0"/>
              </a:spcAft>
              <a:buSzPts val="5978"/>
              <a:buChar char="■"/>
              <a:defRPr sz="5978"/>
            </a:lvl3pPr>
            <a:lvl4pPr indent="-608178" lvl="3" marL="1828800">
              <a:spcBef>
                <a:spcPts val="0"/>
              </a:spcBef>
              <a:spcAft>
                <a:spcPts val="0"/>
              </a:spcAft>
              <a:buSzPts val="5978"/>
              <a:buChar char="●"/>
              <a:defRPr sz="5978"/>
            </a:lvl4pPr>
            <a:lvl5pPr indent="-608178" lvl="4" marL="2286000">
              <a:spcBef>
                <a:spcPts val="0"/>
              </a:spcBef>
              <a:spcAft>
                <a:spcPts val="0"/>
              </a:spcAft>
              <a:buSzPts val="5978"/>
              <a:buChar char="○"/>
              <a:defRPr sz="5978"/>
            </a:lvl5pPr>
            <a:lvl6pPr indent="-608178" lvl="5" marL="2743200">
              <a:spcBef>
                <a:spcPts val="0"/>
              </a:spcBef>
              <a:spcAft>
                <a:spcPts val="0"/>
              </a:spcAft>
              <a:buSzPts val="5978"/>
              <a:buChar char="■"/>
              <a:defRPr sz="5978"/>
            </a:lvl6pPr>
            <a:lvl7pPr indent="-608178" lvl="6" marL="3200400">
              <a:spcBef>
                <a:spcPts val="0"/>
              </a:spcBef>
              <a:spcAft>
                <a:spcPts val="0"/>
              </a:spcAft>
              <a:buSzPts val="5978"/>
              <a:buChar char="●"/>
              <a:defRPr sz="5978"/>
            </a:lvl7pPr>
            <a:lvl8pPr indent="-608178" lvl="7" marL="3657600">
              <a:spcBef>
                <a:spcPts val="0"/>
              </a:spcBef>
              <a:spcAft>
                <a:spcPts val="0"/>
              </a:spcAft>
              <a:buSzPts val="5978"/>
              <a:buChar char="○"/>
              <a:defRPr sz="5978"/>
            </a:lvl8pPr>
            <a:lvl9pPr indent="-608178" lvl="8" marL="4114800">
              <a:spcBef>
                <a:spcPts val="0"/>
              </a:spcBef>
              <a:spcAft>
                <a:spcPts val="0"/>
              </a:spcAft>
              <a:buSzPts val="5978"/>
              <a:buChar char="■"/>
              <a:defRPr sz="5978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55425" lIns="455425" spcFirstLastPara="1" rIns="455425" wrap="square" tIns="455425">
            <a:normAutofit/>
          </a:bodyPr>
          <a:lstStyle>
            <a:lvl1pPr lvl="0">
              <a:buNone/>
              <a:defRPr sz="4981"/>
            </a:lvl1pPr>
            <a:lvl2pPr lvl="1">
              <a:buNone/>
              <a:defRPr sz="4981"/>
            </a:lvl2pPr>
            <a:lvl3pPr lvl="2">
              <a:buNone/>
              <a:defRPr sz="4981"/>
            </a:lvl3pPr>
            <a:lvl4pPr lvl="3">
              <a:buNone/>
              <a:defRPr sz="4981"/>
            </a:lvl4pPr>
            <a:lvl5pPr lvl="4">
              <a:buNone/>
              <a:defRPr sz="4981"/>
            </a:lvl5pPr>
            <a:lvl6pPr lvl="5">
              <a:buNone/>
              <a:defRPr sz="4981"/>
            </a:lvl6pPr>
            <a:lvl7pPr lvl="6">
              <a:buNone/>
              <a:defRPr sz="4981"/>
            </a:lvl7pPr>
            <a:lvl8pPr lvl="7">
              <a:buNone/>
              <a:defRPr sz="4981"/>
            </a:lvl8pPr>
            <a:lvl9pPr lvl="8">
              <a:buNone/>
              <a:defRPr sz="498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1623229" y="3746130"/>
            <a:ext cx="21084000" cy="34043400"/>
          </a:xfrm>
          <a:prstGeom prst="rect">
            <a:avLst/>
          </a:prstGeom>
        </p:spPr>
        <p:txBody>
          <a:bodyPr anchorCtr="0" anchor="ctr" bIns="455425" lIns="455425" spcFirstLastPara="1" rIns="455425" wrap="square" tIns="455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910"/>
              <a:buNone/>
              <a:defRPr sz="23910"/>
            </a:lvl1pPr>
            <a:lvl2pPr lvl="1">
              <a:spcBef>
                <a:spcPts val="0"/>
              </a:spcBef>
              <a:spcAft>
                <a:spcPts val="0"/>
              </a:spcAft>
              <a:buSzPts val="23910"/>
              <a:buNone/>
              <a:defRPr sz="23910"/>
            </a:lvl2pPr>
            <a:lvl3pPr lvl="2">
              <a:spcBef>
                <a:spcPts val="0"/>
              </a:spcBef>
              <a:spcAft>
                <a:spcPts val="0"/>
              </a:spcAft>
              <a:buSzPts val="23910"/>
              <a:buNone/>
              <a:defRPr sz="23910"/>
            </a:lvl3pPr>
            <a:lvl4pPr lvl="3">
              <a:spcBef>
                <a:spcPts val="0"/>
              </a:spcBef>
              <a:spcAft>
                <a:spcPts val="0"/>
              </a:spcAft>
              <a:buSzPts val="23910"/>
              <a:buNone/>
              <a:defRPr sz="23910"/>
            </a:lvl4pPr>
            <a:lvl5pPr lvl="4">
              <a:spcBef>
                <a:spcPts val="0"/>
              </a:spcBef>
              <a:spcAft>
                <a:spcPts val="0"/>
              </a:spcAft>
              <a:buSzPts val="23910"/>
              <a:buNone/>
              <a:defRPr sz="23910"/>
            </a:lvl5pPr>
            <a:lvl6pPr lvl="5">
              <a:spcBef>
                <a:spcPts val="0"/>
              </a:spcBef>
              <a:spcAft>
                <a:spcPts val="0"/>
              </a:spcAft>
              <a:buSzPts val="23910"/>
              <a:buNone/>
              <a:defRPr sz="23910"/>
            </a:lvl6pPr>
            <a:lvl7pPr lvl="6">
              <a:spcBef>
                <a:spcPts val="0"/>
              </a:spcBef>
              <a:spcAft>
                <a:spcPts val="0"/>
              </a:spcAft>
              <a:buSzPts val="23910"/>
              <a:buNone/>
              <a:defRPr sz="23910"/>
            </a:lvl7pPr>
            <a:lvl8pPr lvl="7">
              <a:spcBef>
                <a:spcPts val="0"/>
              </a:spcBef>
              <a:spcAft>
                <a:spcPts val="0"/>
              </a:spcAft>
              <a:buSzPts val="23910"/>
              <a:buNone/>
              <a:defRPr sz="23910"/>
            </a:lvl8pPr>
            <a:lvl9pPr lvl="8">
              <a:spcBef>
                <a:spcPts val="0"/>
              </a:spcBef>
              <a:spcAft>
                <a:spcPts val="0"/>
              </a:spcAft>
              <a:buSzPts val="23910"/>
              <a:buNone/>
              <a:defRPr sz="2391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55425" lIns="455425" spcFirstLastPara="1" rIns="455425" wrap="square" tIns="455425">
            <a:normAutofit/>
          </a:bodyPr>
          <a:lstStyle>
            <a:lvl1pPr lvl="0">
              <a:buNone/>
              <a:defRPr sz="4981"/>
            </a:lvl1pPr>
            <a:lvl2pPr lvl="1">
              <a:buNone/>
              <a:defRPr sz="4981"/>
            </a:lvl2pPr>
            <a:lvl3pPr lvl="2">
              <a:buNone/>
              <a:defRPr sz="4981"/>
            </a:lvl3pPr>
            <a:lvl4pPr lvl="3">
              <a:buNone/>
              <a:defRPr sz="4981"/>
            </a:lvl4pPr>
            <a:lvl5pPr lvl="4">
              <a:buNone/>
              <a:defRPr sz="4981"/>
            </a:lvl5pPr>
            <a:lvl6pPr lvl="5">
              <a:buNone/>
              <a:defRPr sz="4981"/>
            </a:lvl6pPr>
            <a:lvl7pPr lvl="6">
              <a:buNone/>
              <a:defRPr sz="4981"/>
            </a:lvl7pPr>
            <a:lvl8pPr lvl="7">
              <a:buNone/>
              <a:defRPr sz="4981"/>
            </a:lvl8pPr>
            <a:lvl9pPr lvl="8">
              <a:buNone/>
              <a:defRPr sz="498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5138000" y="-1040"/>
            <a:ext cx="15138000" cy="4280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5425" lIns="455425" spcFirstLastPara="1" rIns="455425" wrap="square" tIns="455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879077" y="10262433"/>
            <a:ext cx="13393800" cy="12335700"/>
          </a:xfrm>
          <a:prstGeom prst="rect">
            <a:avLst/>
          </a:prstGeom>
        </p:spPr>
        <p:txBody>
          <a:bodyPr anchorCtr="0" anchor="b" bIns="455425" lIns="455425" spcFirstLastPara="1" rIns="455425" wrap="square" tIns="455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922"/>
              <a:buNone/>
              <a:defRPr sz="20922"/>
            </a:lvl1pPr>
            <a:lvl2pPr lvl="1" algn="ctr">
              <a:spcBef>
                <a:spcPts val="0"/>
              </a:spcBef>
              <a:spcAft>
                <a:spcPts val="0"/>
              </a:spcAft>
              <a:buSzPts val="20922"/>
              <a:buNone/>
              <a:defRPr sz="20922"/>
            </a:lvl2pPr>
            <a:lvl3pPr lvl="2" algn="ctr">
              <a:spcBef>
                <a:spcPts val="0"/>
              </a:spcBef>
              <a:spcAft>
                <a:spcPts val="0"/>
              </a:spcAft>
              <a:buSzPts val="20922"/>
              <a:buNone/>
              <a:defRPr sz="20922"/>
            </a:lvl3pPr>
            <a:lvl4pPr lvl="3" algn="ctr">
              <a:spcBef>
                <a:spcPts val="0"/>
              </a:spcBef>
              <a:spcAft>
                <a:spcPts val="0"/>
              </a:spcAft>
              <a:buSzPts val="20922"/>
              <a:buNone/>
              <a:defRPr sz="20922"/>
            </a:lvl4pPr>
            <a:lvl5pPr lvl="4" algn="ctr">
              <a:spcBef>
                <a:spcPts val="0"/>
              </a:spcBef>
              <a:spcAft>
                <a:spcPts val="0"/>
              </a:spcAft>
              <a:buSzPts val="20922"/>
              <a:buNone/>
              <a:defRPr sz="20922"/>
            </a:lvl5pPr>
            <a:lvl6pPr lvl="5" algn="ctr">
              <a:spcBef>
                <a:spcPts val="0"/>
              </a:spcBef>
              <a:spcAft>
                <a:spcPts val="0"/>
              </a:spcAft>
              <a:buSzPts val="20922"/>
              <a:buNone/>
              <a:defRPr sz="20922"/>
            </a:lvl6pPr>
            <a:lvl7pPr lvl="6" algn="ctr">
              <a:spcBef>
                <a:spcPts val="0"/>
              </a:spcBef>
              <a:spcAft>
                <a:spcPts val="0"/>
              </a:spcAft>
              <a:buSzPts val="20922"/>
              <a:buNone/>
              <a:defRPr sz="20922"/>
            </a:lvl7pPr>
            <a:lvl8pPr lvl="7" algn="ctr">
              <a:spcBef>
                <a:spcPts val="0"/>
              </a:spcBef>
              <a:spcAft>
                <a:spcPts val="0"/>
              </a:spcAft>
              <a:buSzPts val="20922"/>
              <a:buNone/>
              <a:defRPr sz="20922"/>
            </a:lvl8pPr>
            <a:lvl9pPr lvl="8" algn="ctr">
              <a:spcBef>
                <a:spcPts val="0"/>
              </a:spcBef>
              <a:spcAft>
                <a:spcPts val="0"/>
              </a:spcAft>
              <a:buSzPts val="20922"/>
              <a:buNone/>
              <a:defRPr sz="20922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879077" y="23327077"/>
            <a:ext cx="13393800" cy="10278600"/>
          </a:xfrm>
          <a:prstGeom prst="rect">
            <a:avLst/>
          </a:prstGeom>
        </p:spPr>
        <p:txBody>
          <a:bodyPr anchorCtr="0" anchor="t" bIns="455425" lIns="455425" spcFirstLastPara="1" rIns="455425" wrap="square" tIns="455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61"/>
              <a:buNone/>
              <a:defRPr sz="1046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61"/>
              <a:buNone/>
              <a:defRPr sz="1046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61"/>
              <a:buNone/>
              <a:defRPr sz="1046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61"/>
              <a:buNone/>
              <a:defRPr sz="1046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61"/>
              <a:buNone/>
              <a:defRPr sz="1046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61"/>
              <a:buNone/>
              <a:defRPr sz="1046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61"/>
              <a:buNone/>
              <a:defRPr sz="1046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61"/>
              <a:buNone/>
              <a:defRPr sz="1046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61"/>
              <a:buNone/>
              <a:defRPr sz="10461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16354801" y="6025723"/>
            <a:ext cx="12704400" cy="30750600"/>
          </a:xfrm>
          <a:prstGeom prst="rect">
            <a:avLst/>
          </a:prstGeom>
        </p:spPr>
        <p:txBody>
          <a:bodyPr anchorCtr="0" anchor="ctr" bIns="455425" lIns="455425" spcFirstLastPara="1" rIns="455425" wrap="square" tIns="455425">
            <a:normAutofit/>
          </a:bodyPr>
          <a:lstStyle>
            <a:lvl1pPr indent="-797966" lvl="0" marL="457200">
              <a:spcBef>
                <a:spcPts val="0"/>
              </a:spcBef>
              <a:spcAft>
                <a:spcPts val="0"/>
              </a:spcAft>
              <a:buSzPts val="8966"/>
              <a:buChar char="●"/>
              <a:defRPr sz="8966"/>
            </a:lvl1pPr>
            <a:lvl2pPr indent="-671441" lvl="1" marL="914400">
              <a:spcBef>
                <a:spcPts val="0"/>
              </a:spcBef>
              <a:spcAft>
                <a:spcPts val="0"/>
              </a:spcAft>
              <a:buSzPts val="6974"/>
              <a:buChar char="○"/>
              <a:defRPr sz="6974"/>
            </a:lvl2pPr>
            <a:lvl3pPr indent="-671441" lvl="2" marL="1371600">
              <a:spcBef>
                <a:spcPts val="0"/>
              </a:spcBef>
              <a:spcAft>
                <a:spcPts val="0"/>
              </a:spcAft>
              <a:buSzPts val="6974"/>
              <a:buChar char="■"/>
              <a:defRPr sz="6974"/>
            </a:lvl3pPr>
            <a:lvl4pPr indent="-671441" lvl="3" marL="1828800">
              <a:spcBef>
                <a:spcPts val="0"/>
              </a:spcBef>
              <a:spcAft>
                <a:spcPts val="0"/>
              </a:spcAft>
              <a:buSzPts val="6974"/>
              <a:buChar char="●"/>
              <a:defRPr sz="6974"/>
            </a:lvl4pPr>
            <a:lvl5pPr indent="-671441" lvl="4" marL="2286000">
              <a:spcBef>
                <a:spcPts val="0"/>
              </a:spcBef>
              <a:spcAft>
                <a:spcPts val="0"/>
              </a:spcAft>
              <a:buSzPts val="6974"/>
              <a:buChar char="○"/>
              <a:defRPr sz="6974"/>
            </a:lvl5pPr>
            <a:lvl6pPr indent="-671441" lvl="5" marL="2743200">
              <a:spcBef>
                <a:spcPts val="0"/>
              </a:spcBef>
              <a:spcAft>
                <a:spcPts val="0"/>
              </a:spcAft>
              <a:buSzPts val="6974"/>
              <a:buChar char="■"/>
              <a:defRPr sz="6974"/>
            </a:lvl6pPr>
            <a:lvl7pPr indent="-671441" lvl="6" marL="3200400">
              <a:spcBef>
                <a:spcPts val="0"/>
              </a:spcBef>
              <a:spcAft>
                <a:spcPts val="0"/>
              </a:spcAft>
              <a:buSzPts val="6974"/>
              <a:buChar char="●"/>
              <a:defRPr sz="6974"/>
            </a:lvl7pPr>
            <a:lvl8pPr indent="-671441" lvl="7" marL="3657600">
              <a:spcBef>
                <a:spcPts val="0"/>
              </a:spcBef>
              <a:spcAft>
                <a:spcPts val="0"/>
              </a:spcAft>
              <a:buSzPts val="6974"/>
              <a:buChar char="○"/>
              <a:defRPr sz="6974"/>
            </a:lvl8pPr>
            <a:lvl9pPr indent="-671441" lvl="8" marL="4114800">
              <a:spcBef>
                <a:spcPts val="0"/>
              </a:spcBef>
              <a:spcAft>
                <a:spcPts val="0"/>
              </a:spcAft>
              <a:buSzPts val="6974"/>
              <a:buChar char="■"/>
              <a:defRPr sz="6974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55425" lIns="455425" spcFirstLastPara="1" rIns="455425" wrap="square" tIns="455425">
            <a:normAutofit/>
          </a:bodyPr>
          <a:lstStyle>
            <a:lvl1pPr lvl="0">
              <a:buNone/>
              <a:defRPr sz="4981"/>
            </a:lvl1pPr>
            <a:lvl2pPr lvl="1">
              <a:buNone/>
              <a:defRPr sz="4981"/>
            </a:lvl2pPr>
            <a:lvl3pPr lvl="2">
              <a:buNone/>
              <a:defRPr sz="4981"/>
            </a:lvl3pPr>
            <a:lvl4pPr lvl="3">
              <a:buNone/>
              <a:defRPr sz="4981"/>
            </a:lvl4pPr>
            <a:lvl5pPr lvl="4">
              <a:buNone/>
              <a:defRPr sz="4981"/>
            </a:lvl5pPr>
            <a:lvl6pPr lvl="5">
              <a:buNone/>
              <a:defRPr sz="4981"/>
            </a:lvl6pPr>
            <a:lvl7pPr lvl="6">
              <a:buNone/>
              <a:defRPr sz="4981"/>
            </a:lvl7pPr>
            <a:lvl8pPr lvl="7">
              <a:buNone/>
              <a:defRPr sz="4981"/>
            </a:lvl8pPr>
            <a:lvl9pPr lvl="8">
              <a:buNone/>
              <a:defRPr sz="498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032046" y="35206675"/>
            <a:ext cx="19862100" cy="5035500"/>
          </a:xfrm>
          <a:prstGeom prst="rect">
            <a:avLst/>
          </a:prstGeom>
        </p:spPr>
        <p:txBody>
          <a:bodyPr anchorCtr="0" anchor="ctr" bIns="455425" lIns="455425" spcFirstLastPara="1" rIns="455425" wrap="square" tIns="455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66"/>
              <a:buNone/>
              <a:defRPr sz="8966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55425" lIns="455425" spcFirstLastPara="1" rIns="455425" wrap="square" tIns="455425">
            <a:normAutofit/>
          </a:bodyPr>
          <a:lstStyle>
            <a:lvl1pPr lvl="0">
              <a:buNone/>
              <a:defRPr sz="4981"/>
            </a:lvl1pPr>
            <a:lvl2pPr lvl="1">
              <a:buNone/>
              <a:defRPr sz="4981"/>
            </a:lvl2pPr>
            <a:lvl3pPr lvl="2">
              <a:buNone/>
              <a:defRPr sz="4981"/>
            </a:lvl3pPr>
            <a:lvl4pPr lvl="3">
              <a:buNone/>
              <a:defRPr sz="4981"/>
            </a:lvl4pPr>
            <a:lvl5pPr lvl="4">
              <a:buNone/>
              <a:defRPr sz="4981"/>
            </a:lvl5pPr>
            <a:lvl6pPr lvl="5">
              <a:buNone/>
              <a:defRPr sz="4981"/>
            </a:lvl6pPr>
            <a:lvl7pPr lvl="6">
              <a:buNone/>
              <a:defRPr sz="4981"/>
            </a:lvl7pPr>
            <a:lvl8pPr lvl="7">
              <a:buNone/>
              <a:defRPr sz="4981"/>
            </a:lvl8pPr>
            <a:lvl9pPr lvl="8">
              <a:buNone/>
              <a:defRPr sz="498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032046" y="9205128"/>
            <a:ext cx="28212000" cy="16340100"/>
          </a:xfrm>
          <a:prstGeom prst="rect">
            <a:avLst/>
          </a:prstGeom>
        </p:spPr>
        <p:txBody>
          <a:bodyPr anchorCtr="0" anchor="b" bIns="455425" lIns="455425" spcFirstLastPara="1" rIns="455425" wrap="square" tIns="455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9776"/>
              <a:buNone/>
              <a:defRPr sz="59776"/>
            </a:lvl1pPr>
            <a:lvl2pPr lvl="1" algn="ctr">
              <a:spcBef>
                <a:spcPts val="0"/>
              </a:spcBef>
              <a:spcAft>
                <a:spcPts val="0"/>
              </a:spcAft>
              <a:buSzPts val="59776"/>
              <a:buNone/>
              <a:defRPr sz="59776"/>
            </a:lvl2pPr>
            <a:lvl3pPr lvl="2" algn="ctr">
              <a:spcBef>
                <a:spcPts val="0"/>
              </a:spcBef>
              <a:spcAft>
                <a:spcPts val="0"/>
              </a:spcAft>
              <a:buSzPts val="59776"/>
              <a:buNone/>
              <a:defRPr sz="59776"/>
            </a:lvl3pPr>
            <a:lvl4pPr lvl="3" algn="ctr">
              <a:spcBef>
                <a:spcPts val="0"/>
              </a:spcBef>
              <a:spcAft>
                <a:spcPts val="0"/>
              </a:spcAft>
              <a:buSzPts val="59776"/>
              <a:buNone/>
              <a:defRPr sz="59776"/>
            </a:lvl4pPr>
            <a:lvl5pPr lvl="4" algn="ctr">
              <a:spcBef>
                <a:spcPts val="0"/>
              </a:spcBef>
              <a:spcAft>
                <a:spcPts val="0"/>
              </a:spcAft>
              <a:buSzPts val="59776"/>
              <a:buNone/>
              <a:defRPr sz="59776"/>
            </a:lvl5pPr>
            <a:lvl6pPr lvl="5" algn="ctr">
              <a:spcBef>
                <a:spcPts val="0"/>
              </a:spcBef>
              <a:spcAft>
                <a:spcPts val="0"/>
              </a:spcAft>
              <a:buSzPts val="59776"/>
              <a:buNone/>
              <a:defRPr sz="59776"/>
            </a:lvl6pPr>
            <a:lvl7pPr lvl="6" algn="ctr">
              <a:spcBef>
                <a:spcPts val="0"/>
              </a:spcBef>
              <a:spcAft>
                <a:spcPts val="0"/>
              </a:spcAft>
              <a:buSzPts val="59776"/>
              <a:buNone/>
              <a:defRPr sz="59776"/>
            </a:lvl7pPr>
            <a:lvl8pPr lvl="7" algn="ctr">
              <a:spcBef>
                <a:spcPts val="0"/>
              </a:spcBef>
              <a:spcAft>
                <a:spcPts val="0"/>
              </a:spcAft>
              <a:buSzPts val="59776"/>
              <a:buNone/>
              <a:defRPr sz="59776"/>
            </a:lvl8pPr>
            <a:lvl9pPr lvl="8" algn="ctr">
              <a:spcBef>
                <a:spcPts val="0"/>
              </a:spcBef>
              <a:spcAft>
                <a:spcPts val="0"/>
              </a:spcAft>
              <a:buSzPts val="59776"/>
              <a:buNone/>
              <a:defRPr sz="59776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032046" y="26232690"/>
            <a:ext cx="28212000" cy="10825200"/>
          </a:xfrm>
          <a:prstGeom prst="rect">
            <a:avLst/>
          </a:prstGeom>
        </p:spPr>
        <p:txBody>
          <a:bodyPr anchorCtr="0" anchor="t" bIns="455425" lIns="455425" spcFirstLastPara="1" rIns="455425" wrap="square" tIns="455425">
            <a:normAutofit/>
          </a:bodyPr>
          <a:lstStyle>
            <a:lvl1pPr indent="-797966" lvl="0" marL="457200" algn="ctr">
              <a:spcBef>
                <a:spcPts val="0"/>
              </a:spcBef>
              <a:spcAft>
                <a:spcPts val="0"/>
              </a:spcAft>
              <a:buSzPts val="8966"/>
              <a:buChar char="●"/>
              <a:defRPr sz="8966"/>
            </a:lvl1pPr>
            <a:lvl2pPr indent="-671441" lvl="1" marL="914400" algn="ctr">
              <a:spcBef>
                <a:spcPts val="0"/>
              </a:spcBef>
              <a:spcAft>
                <a:spcPts val="0"/>
              </a:spcAft>
              <a:buSzPts val="6974"/>
              <a:buChar char="○"/>
              <a:defRPr sz="6974"/>
            </a:lvl2pPr>
            <a:lvl3pPr indent="-671441" lvl="2" marL="1371600" algn="ctr">
              <a:spcBef>
                <a:spcPts val="0"/>
              </a:spcBef>
              <a:spcAft>
                <a:spcPts val="0"/>
              </a:spcAft>
              <a:buSzPts val="6974"/>
              <a:buChar char="■"/>
              <a:defRPr sz="6974"/>
            </a:lvl3pPr>
            <a:lvl4pPr indent="-671441" lvl="3" marL="1828800" algn="ctr">
              <a:spcBef>
                <a:spcPts val="0"/>
              </a:spcBef>
              <a:spcAft>
                <a:spcPts val="0"/>
              </a:spcAft>
              <a:buSzPts val="6974"/>
              <a:buChar char="●"/>
              <a:defRPr sz="6974"/>
            </a:lvl4pPr>
            <a:lvl5pPr indent="-671441" lvl="4" marL="2286000" algn="ctr">
              <a:spcBef>
                <a:spcPts val="0"/>
              </a:spcBef>
              <a:spcAft>
                <a:spcPts val="0"/>
              </a:spcAft>
              <a:buSzPts val="6974"/>
              <a:buChar char="○"/>
              <a:defRPr sz="6974"/>
            </a:lvl5pPr>
            <a:lvl6pPr indent="-671441" lvl="5" marL="2743200" algn="ctr">
              <a:spcBef>
                <a:spcPts val="0"/>
              </a:spcBef>
              <a:spcAft>
                <a:spcPts val="0"/>
              </a:spcAft>
              <a:buSzPts val="6974"/>
              <a:buChar char="■"/>
              <a:defRPr sz="6974"/>
            </a:lvl6pPr>
            <a:lvl7pPr indent="-671441" lvl="6" marL="3200400" algn="ctr">
              <a:spcBef>
                <a:spcPts val="0"/>
              </a:spcBef>
              <a:spcAft>
                <a:spcPts val="0"/>
              </a:spcAft>
              <a:buSzPts val="6974"/>
              <a:buChar char="●"/>
              <a:defRPr sz="6974"/>
            </a:lvl7pPr>
            <a:lvl8pPr indent="-671441" lvl="7" marL="3657600" algn="ctr">
              <a:spcBef>
                <a:spcPts val="0"/>
              </a:spcBef>
              <a:spcAft>
                <a:spcPts val="0"/>
              </a:spcAft>
              <a:buSzPts val="6974"/>
              <a:buChar char="○"/>
              <a:defRPr sz="6974"/>
            </a:lvl8pPr>
            <a:lvl9pPr indent="-671441" lvl="8" marL="4114800" algn="ctr">
              <a:spcBef>
                <a:spcPts val="0"/>
              </a:spcBef>
              <a:spcAft>
                <a:spcPts val="0"/>
              </a:spcAft>
              <a:buSzPts val="6974"/>
              <a:buChar char="■"/>
              <a:defRPr sz="6974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55425" lIns="455425" spcFirstLastPara="1" rIns="455425" wrap="square" tIns="455425">
            <a:normAutofit/>
          </a:bodyPr>
          <a:lstStyle>
            <a:lvl1pPr lvl="0">
              <a:buNone/>
              <a:defRPr sz="4981"/>
            </a:lvl1pPr>
            <a:lvl2pPr lvl="1">
              <a:buNone/>
              <a:defRPr sz="4981"/>
            </a:lvl2pPr>
            <a:lvl3pPr lvl="2">
              <a:buNone/>
              <a:defRPr sz="4981"/>
            </a:lvl3pPr>
            <a:lvl4pPr lvl="3">
              <a:buNone/>
              <a:defRPr sz="4981"/>
            </a:lvl4pPr>
            <a:lvl5pPr lvl="4">
              <a:buNone/>
              <a:defRPr sz="4981"/>
            </a:lvl5pPr>
            <a:lvl6pPr lvl="5">
              <a:buNone/>
              <a:defRPr sz="4981"/>
            </a:lvl6pPr>
            <a:lvl7pPr lvl="6">
              <a:buNone/>
              <a:defRPr sz="4981"/>
            </a:lvl7pPr>
            <a:lvl8pPr lvl="7">
              <a:buNone/>
              <a:defRPr sz="4981"/>
            </a:lvl8pPr>
            <a:lvl9pPr lvl="8">
              <a:buNone/>
              <a:defRPr sz="498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</p:spPr>
        <p:txBody>
          <a:bodyPr anchorCtr="0" anchor="ctr" bIns="455425" lIns="455425" spcFirstLastPara="1" rIns="455425" wrap="square" tIns="455425">
            <a:normAutofit/>
          </a:bodyPr>
          <a:lstStyle>
            <a:lvl1pPr lvl="0">
              <a:buNone/>
              <a:defRPr sz="4981"/>
            </a:lvl1pPr>
            <a:lvl2pPr lvl="1">
              <a:buNone/>
              <a:defRPr sz="4981"/>
            </a:lvl2pPr>
            <a:lvl3pPr lvl="2">
              <a:buNone/>
              <a:defRPr sz="4981"/>
            </a:lvl3pPr>
            <a:lvl4pPr lvl="3">
              <a:buNone/>
              <a:defRPr sz="4981"/>
            </a:lvl4pPr>
            <a:lvl5pPr lvl="4">
              <a:buNone/>
              <a:defRPr sz="4981"/>
            </a:lvl5pPr>
            <a:lvl6pPr lvl="5">
              <a:buNone/>
              <a:defRPr sz="4981"/>
            </a:lvl6pPr>
            <a:lvl7pPr lvl="6">
              <a:buNone/>
              <a:defRPr sz="4981"/>
            </a:lvl7pPr>
            <a:lvl8pPr lvl="7">
              <a:buNone/>
              <a:defRPr sz="4981"/>
            </a:lvl8pPr>
            <a:lvl9pPr lvl="8">
              <a:buNone/>
              <a:defRPr sz="4981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032046" y="3703480"/>
            <a:ext cx="28212000" cy="47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425" lIns="455425" spcFirstLastPara="1" rIns="455425" wrap="square" tIns="455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48"/>
              <a:buNone/>
              <a:defRPr sz="13948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48"/>
              <a:buNone/>
              <a:defRPr sz="13948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48"/>
              <a:buNone/>
              <a:defRPr sz="13948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48"/>
              <a:buNone/>
              <a:defRPr sz="13948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48"/>
              <a:buNone/>
              <a:defRPr sz="13948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48"/>
              <a:buNone/>
              <a:defRPr sz="13948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48"/>
              <a:buNone/>
              <a:defRPr sz="13948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48"/>
              <a:buNone/>
              <a:defRPr sz="13948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48"/>
              <a:buNone/>
              <a:defRPr sz="13948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032046" y="9590851"/>
            <a:ext cx="28212000" cy="284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425" lIns="455425" spcFirstLastPara="1" rIns="455425" wrap="square" tIns="455425">
            <a:normAutofit/>
          </a:bodyPr>
          <a:lstStyle>
            <a:lvl1pPr indent="-797966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966"/>
              <a:buChar char="●"/>
              <a:defRPr sz="8966">
                <a:solidFill>
                  <a:schemeClr val="dk2"/>
                </a:solidFill>
              </a:defRPr>
            </a:lvl1pPr>
            <a:lvl2pPr indent="-671441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974"/>
              <a:buChar char="○"/>
              <a:defRPr sz="6974">
                <a:solidFill>
                  <a:schemeClr val="dk2"/>
                </a:solidFill>
              </a:defRPr>
            </a:lvl2pPr>
            <a:lvl3pPr indent="-671441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974"/>
              <a:buChar char="■"/>
              <a:defRPr sz="6974">
                <a:solidFill>
                  <a:schemeClr val="dk2"/>
                </a:solidFill>
              </a:defRPr>
            </a:lvl3pPr>
            <a:lvl4pPr indent="-671441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974"/>
              <a:buChar char="●"/>
              <a:defRPr sz="6974">
                <a:solidFill>
                  <a:schemeClr val="dk2"/>
                </a:solidFill>
              </a:defRPr>
            </a:lvl4pPr>
            <a:lvl5pPr indent="-671441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974"/>
              <a:buChar char="○"/>
              <a:defRPr sz="6974">
                <a:solidFill>
                  <a:schemeClr val="dk2"/>
                </a:solidFill>
              </a:defRPr>
            </a:lvl5pPr>
            <a:lvl6pPr indent="-671441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974"/>
              <a:buChar char="■"/>
              <a:defRPr sz="6974">
                <a:solidFill>
                  <a:schemeClr val="dk2"/>
                </a:solidFill>
              </a:defRPr>
            </a:lvl6pPr>
            <a:lvl7pPr indent="-671441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974"/>
              <a:buChar char="●"/>
              <a:defRPr sz="6974">
                <a:solidFill>
                  <a:schemeClr val="dk2"/>
                </a:solidFill>
              </a:defRPr>
            </a:lvl7pPr>
            <a:lvl8pPr indent="-671441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974"/>
              <a:buChar char="○"/>
              <a:defRPr sz="6974">
                <a:solidFill>
                  <a:schemeClr val="dk2"/>
                </a:solidFill>
              </a:defRPr>
            </a:lvl8pPr>
            <a:lvl9pPr indent="-671441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974"/>
              <a:buChar char="■"/>
              <a:defRPr sz="6974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28052508" y="38807103"/>
            <a:ext cx="1816800" cy="3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5425" lIns="455425" spcFirstLastPara="1" rIns="455425" wrap="square" tIns="455425">
            <a:normAutofit/>
          </a:bodyPr>
          <a:lstStyle>
            <a:lvl1pPr lvl="0" algn="r">
              <a:buNone/>
              <a:defRPr sz="4981">
                <a:solidFill>
                  <a:schemeClr val="dk2"/>
                </a:solidFill>
              </a:defRPr>
            </a:lvl1pPr>
            <a:lvl2pPr lvl="1" algn="r">
              <a:buNone/>
              <a:defRPr sz="4981">
                <a:solidFill>
                  <a:schemeClr val="dk2"/>
                </a:solidFill>
              </a:defRPr>
            </a:lvl2pPr>
            <a:lvl3pPr lvl="2" algn="r">
              <a:buNone/>
              <a:defRPr sz="4981">
                <a:solidFill>
                  <a:schemeClr val="dk2"/>
                </a:solidFill>
              </a:defRPr>
            </a:lvl3pPr>
            <a:lvl4pPr lvl="3" algn="r">
              <a:buNone/>
              <a:defRPr sz="4981">
                <a:solidFill>
                  <a:schemeClr val="dk2"/>
                </a:solidFill>
              </a:defRPr>
            </a:lvl4pPr>
            <a:lvl5pPr lvl="4" algn="r">
              <a:buNone/>
              <a:defRPr sz="4981">
                <a:solidFill>
                  <a:schemeClr val="dk2"/>
                </a:solidFill>
              </a:defRPr>
            </a:lvl5pPr>
            <a:lvl6pPr lvl="5" algn="r">
              <a:buNone/>
              <a:defRPr sz="4981">
                <a:solidFill>
                  <a:schemeClr val="dk2"/>
                </a:solidFill>
              </a:defRPr>
            </a:lvl6pPr>
            <a:lvl7pPr lvl="6" algn="r">
              <a:buNone/>
              <a:defRPr sz="4981">
                <a:solidFill>
                  <a:schemeClr val="dk2"/>
                </a:solidFill>
              </a:defRPr>
            </a:lvl7pPr>
            <a:lvl8pPr lvl="7" algn="r">
              <a:buNone/>
              <a:defRPr sz="4981">
                <a:solidFill>
                  <a:schemeClr val="dk2"/>
                </a:solidFill>
              </a:defRPr>
            </a:lvl8pPr>
            <a:lvl9pPr lvl="8" algn="r">
              <a:buNone/>
              <a:defRPr sz="4981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Diseño sin título (2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368"/>
            <a:ext cx="30276000" cy="4279175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6247800" y="36842700"/>
            <a:ext cx="17780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6000">
                <a:solidFill>
                  <a:srgbClr val="671E22"/>
                </a:solidFill>
                <a:latin typeface="Montserrat"/>
                <a:ea typeface="Montserrat"/>
                <a:cs typeface="Montserrat"/>
                <a:sym typeface="Montserrat"/>
              </a:rPr>
              <a:t>“Invertir en ciencia es construir futuro”</a:t>
            </a:r>
            <a:endParaRPr i="1" sz="6000">
              <a:solidFill>
                <a:srgbClr val="671E2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781300" y="3467100"/>
            <a:ext cx="14973300" cy="75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966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